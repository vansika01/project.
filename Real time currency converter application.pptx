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610677D-C5C2-43B6-8DE2-045FBA14D85A}"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E1DCA-46FC-4A7C-8C0C-969F2662BA2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3539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10677D-C5C2-43B6-8DE2-045FBA14D85A}"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E1DCA-46FC-4A7C-8C0C-969F2662BA23}" type="slidenum">
              <a:rPr lang="en-US" smtClean="0"/>
              <a:t>‹#›</a:t>
            </a:fld>
            <a:endParaRPr lang="en-US"/>
          </a:p>
        </p:txBody>
      </p:sp>
    </p:spTree>
    <p:extLst>
      <p:ext uri="{BB962C8B-B14F-4D97-AF65-F5344CB8AC3E}">
        <p14:creationId xmlns:p14="http://schemas.microsoft.com/office/powerpoint/2010/main" val="2030598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10677D-C5C2-43B6-8DE2-045FBA14D85A}"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E1DCA-46FC-4A7C-8C0C-969F2662BA2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872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10677D-C5C2-43B6-8DE2-045FBA14D85A}"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E1DCA-46FC-4A7C-8C0C-969F2662BA23}" type="slidenum">
              <a:rPr lang="en-US" smtClean="0"/>
              <a:t>‹#›</a:t>
            </a:fld>
            <a:endParaRPr lang="en-US"/>
          </a:p>
        </p:txBody>
      </p:sp>
    </p:spTree>
    <p:extLst>
      <p:ext uri="{BB962C8B-B14F-4D97-AF65-F5344CB8AC3E}">
        <p14:creationId xmlns:p14="http://schemas.microsoft.com/office/powerpoint/2010/main" val="1578660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610677D-C5C2-43B6-8DE2-045FBA14D85A}" type="datetimeFigureOut">
              <a:rPr lang="en-US" smtClean="0"/>
              <a:t>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6E1DCA-46FC-4A7C-8C0C-969F2662BA23}" type="slidenum">
              <a:rPr lang="en-US" smtClean="0"/>
              <a:t>‹#›</a:t>
            </a:fld>
            <a:endParaRPr lang="en-US"/>
          </a:p>
        </p:txBody>
      </p:sp>
    </p:spTree>
    <p:extLst>
      <p:ext uri="{BB962C8B-B14F-4D97-AF65-F5344CB8AC3E}">
        <p14:creationId xmlns:p14="http://schemas.microsoft.com/office/powerpoint/2010/main" val="60112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10677D-C5C2-43B6-8DE2-045FBA14D85A}" type="datetimeFigureOut">
              <a:rPr lang="en-US" smtClean="0"/>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6E1DCA-46FC-4A7C-8C0C-969F2662BA23}" type="slidenum">
              <a:rPr lang="en-US" smtClean="0"/>
              <a:t>‹#›</a:t>
            </a:fld>
            <a:endParaRPr lang="en-US"/>
          </a:p>
        </p:txBody>
      </p:sp>
    </p:spTree>
    <p:extLst>
      <p:ext uri="{BB962C8B-B14F-4D97-AF65-F5344CB8AC3E}">
        <p14:creationId xmlns:p14="http://schemas.microsoft.com/office/powerpoint/2010/main" val="3868395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610677D-C5C2-43B6-8DE2-045FBA14D85A}" type="datetimeFigureOut">
              <a:rPr lang="en-US" smtClean="0"/>
              <a:t>2/7/2026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FB6E1DCA-46FC-4A7C-8C0C-969F2662BA23}" type="slidenum">
              <a:rPr lang="en-US" smtClean="0"/>
              <a:t>‹#›</a:t>
            </a:fld>
            <a:endParaRPr lang="en-US"/>
          </a:p>
        </p:txBody>
      </p:sp>
    </p:spTree>
    <p:extLst>
      <p:ext uri="{BB962C8B-B14F-4D97-AF65-F5344CB8AC3E}">
        <p14:creationId xmlns:p14="http://schemas.microsoft.com/office/powerpoint/2010/main" val="2920267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610677D-C5C2-43B6-8DE2-045FBA14D85A}" type="datetimeFigureOut">
              <a:rPr lang="en-US" smtClean="0"/>
              <a:t>2/7/2026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B6E1DCA-46FC-4A7C-8C0C-969F2662BA23}" type="slidenum">
              <a:rPr lang="en-US" smtClean="0"/>
              <a:t>‹#›</a:t>
            </a:fld>
            <a:endParaRPr lang="en-US"/>
          </a:p>
        </p:txBody>
      </p:sp>
    </p:spTree>
    <p:extLst>
      <p:ext uri="{BB962C8B-B14F-4D97-AF65-F5344CB8AC3E}">
        <p14:creationId xmlns:p14="http://schemas.microsoft.com/office/powerpoint/2010/main" val="414482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10677D-C5C2-43B6-8DE2-045FBA14D85A}"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E1DCA-46FC-4A7C-8C0C-969F2662BA23}" type="slidenum">
              <a:rPr lang="en-US" smtClean="0"/>
              <a:t>‹#›</a:t>
            </a:fld>
            <a:endParaRPr lang="en-US"/>
          </a:p>
        </p:txBody>
      </p:sp>
    </p:spTree>
    <p:extLst>
      <p:ext uri="{BB962C8B-B14F-4D97-AF65-F5344CB8AC3E}">
        <p14:creationId xmlns:p14="http://schemas.microsoft.com/office/powerpoint/2010/main" val="612653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10677D-C5C2-43B6-8DE2-045FBA14D85A}"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E1DCA-46FC-4A7C-8C0C-969F2662BA23}" type="slidenum">
              <a:rPr lang="en-US" smtClean="0"/>
              <a:t>‹#›</a:t>
            </a:fld>
            <a:endParaRPr lang="en-US"/>
          </a:p>
        </p:txBody>
      </p:sp>
    </p:spTree>
    <p:extLst>
      <p:ext uri="{BB962C8B-B14F-4D97-AF65-F5344CB8AC3E}">
        <p14:creationId xmlns:p14="http://schemas.microsoft.com/office/powerpoint/2010/main" val="4149614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10677D-C5C2-43B6-8DE2-045FBA14D85A}"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E1DCA-46FC-4A7C-8C0C-969F2662BA23}" type="slidenum">
              <a:rPr lang="en-US" smtClean="0"/>
              <a:t>‹#›</a:t>
            </a:fld>
            <a:endParaRPr lang="en-US"/>
          </a:p>
        </p:txBody>
      </p:sp>
    </p:spTree>
    <p:extLst>
      <p:ext uri="{BB962C8B-B14F-4D97-AF65-F5344CB8AC3E}">
        <p14:creationId xmlns:p14="http://schemas.microsoft.com/office/powerpoint/2010/main" val="967865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610677D-C5C2-43B6-8DE2-045FBA14D85A}" type="datetimeFigureOut">
              <a:rPr lang="en-US" smtClean="0"/>
              <a:t>2/7/2026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B6E1DCA-46FC-4A7C-8C0C-969F2662BA23}"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425533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D575A-CB07-D503-FD55-683A8DCD3CB0}"/>
              </a:ext>
            </a:extLst>
          </p:cNvPr>
          <p:cNvSpPr>
            <a:spLocks noGrp="1"/>
          </p:cNvSpPr>
          <p:nvPr>
            <p:ph type="ctrTitle"/>
          </p:nvPr>
        </p:nvSpPr>
        <p:spPr/>
        <p:txBody>
          <a:bodyPr/>
          <a:lstStyle/>
          <a:p>
            <a:r>
              <a:rPr lang="en-US" dirty="0"/>
              <a:t>Real time currency converter application</a:t>
            </a:r>
          </a:p>
        </p:txBody>
      </p:sp>
      <p:sp>
        <p:nvSpPr>
          <p:cNvPr id="3" name="Subtitle 2">
            <a:extLst>
              <a:ext uri="{FF2B5EF4-FFF2-40B4-BE49-F238E27FC236}">
                <a16:creationId xmlns:a16="http://schemas.microsoft.com/office/drawing/2014/main" id="{A7E3D966-56F2-4A2D-3478-F77F5CEF7C09}"/>
              </a:ext>
            </a:extLst>
          </p:cNvPr>
          <p:cNvSpPr>
            <a:spLocks noGrp="1"/>
          </p:cNvSpPr>
          <p:nvPr>
            <p:ph type="subTitle" idx="1"/>
          </p:nvPr>
        </p:nvSpPr>
        <p:spPr/>
        <p:txBody>
          <a:bodyPr>
            <a:normAutofit fontScale="85000" lnSpcReduction="20000"/>
          </a:bodyPr>
          <a:lstStyle/>
          <a:p>
            <a:r>
              <a:rPr lang="en-US" dirty="0"/>
              <a:t>Name: </a:t>
            </a:r>
            <a:r>
              <a:rPr lang="en-US" dirty="0" err="1"/>
              <a:t>k.Vansika</a:t>
            </a:r>
            <a:r>
              <a:rPr lang="en-US" dirty="0"/>
              <a:t> </a:t>
            </a:r>
            <a:r>
              <a:rPr lang="en-US" dirty="0" err="1"/>
              <a:t>reddy</a:t>
            </a:r>
            <a:endParaRPr lang="en-US" dirty="0"/>
          </a:p>
          <a:p>
            <a:r>
              <a:rPr lang="en-US" dirty="0"/>
              <a:t>Roll.no: 2520030527   </a:t>
            </a:r>
          </a:p>
          <a:p>
            <a:r>
              <a:rPr lang="en-US" dirty="0"/>
              <a:t>Sec:4</a:t>
            </a:r>
          </a:p>
          <a:p>
            <a:pPr algn="r"/>
            <a:endParaRPr lang="en-US" dirty="0"/>
          </a:p>
        </p:txBody>
      </p:sp>
    </p:spTree>
    <p:extLst>
      <p:ext uri="{BB962C8B-B14F-4D97-AF65-F5344CB8AC3E}">
        <p14:creationId xmlns:p14="http://schemas.microsoft.com/office/powerpoint/2010/main" val="3680397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E2199-2963-F337-F452-1704F25B14ED}"/>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B84EC319-612B-E826-D3CF-AD6EF25F98F7}"/>
              </a:ext>
            </a:extLst>
          </p:cNvPr>
          <p:cNvSpPr>
            <a:spLocks noGrp="1"/>
          </p:cNvSpPr>
          <p:nvPr>
            <p:ph idx="1"/>
          </p:nvPr>
        </p:nvSpPr>
        <p:spPr/>
        <p:txBody>
          <a:bodyPr>
            <a:normAutofit/>
          </a:bodyPr>
          <a:lstStyle/>
          <a:p>
            <a:pPr marL="0" indent="0">
              <a:buNone/>
            </a:pPr>
            <a:r>
              <a:rPr lang="en-US" dirty="0"/>
              <a:t>This project presents a </a:t>
            </a:r>
            <a:r>
              <a:rPr lang="en-US" b="1" dirty="0"/>
              <a:t>Real-Time Currency Converter Application</a:t>
            </a:r>
            <a:r>
              <a:rPr lang="en-US" dirty="0"/>
              <a:t> designed to provide seamless and intelligent currency exchange experiences. Unlike conventional converters, the application integrates </a:t>
            </a:r>
            <a:r>
              <a:rPr lang="en-US" b="1" dirty="0"/>
              <a:t>voice-modulated interaction</a:t>
            </a:r>
            <a:r>
              <a:rPr lang="en-US" dirty="0"/>
              <a:t> and </a:t>
            </a:r>
            <a:r>
              <a:rPr lang="en-US" b="1" dirty="0"/>
              <a:t>auto-location detection</a:t>
            </a:r>
            <a:r>
              <a:rPr lang="en-US" dirty="0"/>
              <a:t> as its unique features. The voice interface allows users to perform conversions hands-free, enhancing accessibility for visually impaired individuals and offering convenience in multitasking scenarios. Auto-location detection leverages geolocation services to instantly identify the user’s current country, automatically setting the default currency for conversions and reducing manual input. The system is powered by live exchange rate APIs to ensure accurate and up-to-date conversions. A clean, intuitive interface supports both text and voice commands, while the application’s lightweight architecture ensures rapid response times. By combining real-time financial data with advanced user-centric features, this application aims to redefine the usability of currency converters, making them smarter, more inclusive, and context-aware.</a:t>
            </a:r>
          </a:p>
          <a:p>
            <a:pPr marL="0" indent="0">
              <a:buNone/>
            </a:pPr>
            <a:endParaRPr lang="en-US" dirty="0"/>
          </a:p>
        </p:txBody>
      </p:sp>
    </p:spTree>
    <p:extLst>
      <p:ext uri="{BB962C8B-B14F-4D97-AF65-F5344CB8AC3E}">
        <p14:creationId xmlns:p14="http://schemas.microsoft.com/office/powerpoint/2010/main" val="3680224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397D9F-3687-1C5A-3919-C7D6AB410672}"/>
              </a:ext>
            </a:extLst>
          </p:cNvPr>
          <p:cNvSpPr>
            <a:spLocks noGrp="1"/>
          </p:cNvSpPr>
          <p:nvPr>
            <p:ph type="title"/>
          </p:nvPr>
        </p:nvSpPr>
        <p:spPr>
          <a:xfrm>
            <a:off x="838200" y="365125"/>
            <a:ext cx="10515600" cy="3063875"/>
          </a:xfrm>
        </p:spPr>
        <p:txBody>
          <a:bodyPr/>
          <a:lstStyle/>
          <a:p>
            <a:pPr algn="ctr"/>
            <a:r>
              <a:rPr lang="en-US" dirty="0"/>
              <a:t>Thank you.</a:t>
            </a:r>
          </a:p>
        </p:txBody>
      </p:sp>
    </p:spTree>
    <p:extLst>
      <p:ext uri="{BB962C8B-B14F-4D97-AF65-F5344CB8AC3E}">
        <p14:creationId xmlns:p14="http://schemas.microsoft.com/office/powerpoint/2010/main" val="76410766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38</TotalTime>
  <Words>175</Words>
  <Application>Microsoft Office PowerPoint</Application>
  <PresentationFormat>Widescreen</PresentationFormat>
  <Paragraphs>7</Paragraphs>
  <Slides>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Calibri</vt:lpstr>
      <vt:lpstr>Calibri Light</vt:lpstr>
      <vt:lpstr>Retrospect</vt:lpstr>
      <vt:lpstr>Real time currency converter application</vt:lpstr>
      <vt:lpstr>Abstract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vansikareddy kolan</dc:creator>
  <cp:lastModifiedBy>vansikareddy kolan</cp:lastModifiedBy>
  <cp:revision>1</cp:revision>
  <dcterms:created xsi:type="dcterms:W3CDTF">2026-02-07T03:35:11Z</dcterms:created>
  <dcterms:modified xsi:type="dcterms:W3CDTF">2026-02-07T04:13:57Z</dcterms:modified>
</cp:coreProperties>
</file>